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9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11119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11221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1158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22815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0213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46740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49839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06638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60172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68804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49852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2305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40043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522824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2538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071774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078675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5213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426723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91" r:id="rId12"/>
    <p:sldLayoutId id="2147483892" r:id="rId13"/>
    <p:sldLayoutId id="2147483893" r:id="rId14"/>
    <p:sldLayoutId id="2147483894" r:id="rId15"/>
    <p:sldLayoutId id="2147483895" r:id="rId16"/>
    <p:sldLayoutId id="2147483896" r:id="rId17"/>
    <p:sldLayoutId id="2147483897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F80C6C-0C78-43A6-B552-53C8133D73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VideoGShop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94BA6E7-8C7E-46F5-8E27-9B0E2ED447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Figura Péter, Farkas Viktor, Papp Ádám</a:t>
            </a:r>
          </a:p>
        </p:txBody>
      </p:sp>
    </p:spTree>
    <p:extLst>
      <p:ext uri="{BB962C8B-B14F-4D97-AF65-F5344CB8AC3E}">
        <p14:creationId xmlns:p14="http://schemas.microsoft.com/office/powerpoint/2010/main" val="3225702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9245D97-E5CC-4CC1-9252-035A59093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8870AAB-EB5B-4D89-B271-0AB52767D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51000"/>
            <a:ext cx="8946541" cy="32935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1800" dirty="0"/>
              <a:t>Egy retro és modern technológiai eszközök árulására és vásárlására szolgáló oldal elkészítése.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CFBD36C-5A50-4E69-9D08-97AB12B46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466" y="2533958"/>
            <a:ext cx="7349068" cy="353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266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6AD3B1A-C5C2-40AB-8E44-689AE0B66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Fejlesztési környezet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4E3DF56-5A01-46F5-B8C2-92E6D5DF1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1800" dirty="0"/>
              <a:t>A projekt a Visual Studio programozási felületen készül.</a:t>
            </a:r>
          </a:p>
          <a:p>
            <a:r>
              <a:rPr lang="hu-HU" sz="1800" dirty="0"/>
              <a:t>A backend JavaScriptben a frontend pedig </a:t>
            </a:r>
            <a:r>
              <a:rPr lang="hu-HU" sz="1800" dirty="0" err="1"/>
              <a:t>React</a:t>
            </a:r>
            <a:r>
              <a:rPr lang="hu-HU" sz="1800" dirty="0"/>
              <a:t>-ban íródik</a:t>
            </a:r>
          </a:p>
          <a:p>
            <a:endParaRPr lang="hu-HU" dirty="0"/>
          </a:p>
        </p:txBody>
      </p:sp>
      <p:pic>
        <p:nvPicPr>
          <p:cNvPr id="1026" name="Picture 2" descr="Visual Studio Code - Wikipedia">
            <a:extLst>
              <a:ext uri="{FF2B5EF4-FFF2-40B4-BE49-F238E27FC236}">
                <a16:creationId xmlns:a16="http://schemas.microsoft.com/office/drawing/2014/main" id="{934BCA0B-82E0-4D3B-8682-195EE79FB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690" y="3770479"/>
            <a:ext cx="2108065" cy="1995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Javascript and why is it required for the People Like Us website? |  People Like Us">
            <a:extLst>
              <a:ext uri="{FF2B5EF4-FFF2-40B4-BE49-F238E27FC236}">
                <a16:creationId xmlns:a16="http://schemas.microsoft.com/office/drawing/2014/main" id="{BAEB13B2-DB0C-4669-958F-4C270CEEE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216" y="3770479"/>
            <a:ext cx="3611637" cy="1995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029805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F22D54B-F865-46A9-9613-35260B9C8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Tagok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9225E02-9EF3-462C-84D2-586E7525C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1800" dirty="0"/>
              <a:t>Figura Péter(Projekt vezető):Backend / Adatbázis</a:t>
            </a:r>
          </a:p>
          <a:p>
            <a:r>
              <a:rPr lang="hu-HU" sz="1800" dirty="0"/>
              <a:t>Farkas Viktor: Felhasználói felület / Frontend</a:t>
            </a:r>
          </a:p>
          <a:p>
            <a:r>
              <a:rPr lang="hu-HU" sz="1800" dirty="0"/>
              <a:t>Papp Ádám: Css / Backend és Frontendbe rendezés</a:t>
            </a:r>
          </a:p>
        </p:txBody>
      </p:sp>
    </p:spTree>
    <p:extLst>
      <p:ext uri="{BB962C8B-B14F-4D97-AF65-F5344CB8AC3E}">
        <p14:creationId xmlns:p14="http://schemas.microsoft.com/office/powerpoint/2010/main" val="4038046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5C7EAE-B087-4FE3-A0AF-C0BF4EB75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munka folyamat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8BDEA07-38D6-44AC-835A-6CF412EC7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Clr>
                <a:schemeClr val="tx1">
                  <a:lumMod val="95000"/>
                </a:schemeClr>
              </a:buClr>
              <a:buFont typeface="+mj-lt"/>
              <a:buAutoNum type="arabicPeriod"/>
            </a:pPr>
            <a:r>
              <a:rPr lang="hu-HU" sz="1800" dirty="0"/>
              <a:t>Adatbázis terv</a:t>
            </a:r>
          </a:p>
          <a:p>
            <a:pPr marL="457200" indent="-457200">
              <a:buClr>
                <a:schemeClr val="tx1">
                  <a:lumMod val="95000"/>
                </a:schemeClr>
              </a:buClr>
              <a:buFont typeface="+mj-lt"/>
              <a:buAutoNum type="arabicPeriod"/>
            </a:pPr>
            <a:r>
              <a:rPr lang="hu-HU" sz="1800" dirty="0"/>
              <a:t>Adatbázis létrehozása</a:t>
            </a:r>
          </a:p>
          <a:p>
            <a:pPr marL="457200" indent="-457200">
              <a:buClr>
                <a:schemeClr val="tx1">
                  <a:lumMod val="95000"/>
                </a:schemeClr>
              </a:buClr>
              <a:buFont typeface="+mj-lt"/>
              <a:buAutoNum type="arabicPeriod"/>
            </a:pPr>
            <a:r>
              <a:rPr lang="hu-HU" sz="1800" dirty="0"/>
              <a:t>Backend Frontend Felhasználói felület</a:t>
            </a:r>
          </a:p>
          <a:p>
            <a:pPr marL="457200" indent="-457200">
              <a:buClr>
                <a:schemeClr val="tx1">
                  <a:lumMod val="95000"/>
                </a:schemeClr>
              </a:buClr>
              <a:buFont typeface="+mj-lt"/>
              <a:buAutoNum type="arabicPeriod"/>
            </a:pPr>
            <a:r>
              <a:rPr lang="hu-HU" sz="1800" dirty="0"/>
              <a:t>Backend frontend összekötésé</a:t>
            </a:r>
          </a:p>
          <a:p>
            <a:pPr marL="457200" indent="-457200">
              <a:buClr>
                <a:schemeClr val="tx1">
                  <a:lumMod val="95000"/>
                </a:schemeClr>
              </a:buClr>
              <a:buFont typeface="+mj-lt"/>
              <a:buAutoNum type="arabicPeriod"/>
            </a:pPr>
            <a:r>
              <a:rPr lang="hu-HU" sz="1800" dirty="0"/>
              <a:t>Backend Frontend Admin felület</a:t>
            </a:r>
          </a:p>
          <a:p>
            <a:pPr marL="457200" indent="-457200">
              <a:buClr>
                <a:schemeClr val="tx1">
                  <a:lumMod val="95000"/>
                </a:schemeClr>
              </a:buClr>
              <a:buFont typeface="+mj-lt"/>
              <a:buAutoNum type="arabicPeriod"/>
            </a:pPr>
            <a:r>
              <a:rPr lang="hu-HU" sz="1800" dirty="0"/>
              <a:t>Frontend rendezés</a:t>
            </a:r>
          </a:p>
          <a:p>
            <a:pPr marL="457200" indent="-457200">
              <a:buClr>
                <a:schemeClr val="tx1">
                  <a:lumMod val="95000"/>
                </a:schemeClr>
              </a:buClr>
              <a:buFont typeface="+mj-lt"/>
              <a:buAutoNum type="arabicPeriod"/>
            </a:pPr>
            <a:r>
              <a:rPr lang="hu-HU" sz="1800" dirty="0"/>
              <a:t>Backend rendezés</a:t>
            </a:r>
          </a:p>
          <a:p>
            <a:pPr marL="457200" indent="-457200">
              <a:buClr>
                <a:schemeClr val="tx1">
                  <a:lumMod val="95000"/>
                </a:schemeClr>
              </a:buClr>
              <a:buFont typeface="+mj-lt"/>
              <a:buAutoNum type="arabicPeriod"/>
            </a:pPr>
            <a:r>
              <a:rPr lang="hu-HU" sz="1800" dirty="0"/>
              <a:t>Hibák keresése és javítása</a:t>
            </a:r>
          </a:p>
          <a:p>
            <a:pPr marL="457200" indent="-457200">
              <a:buClr>
                <a:schemeClr val="tx1">
                  <a:lumMod val="95000"/>
                </a:schemeClr>
              </a:buClr>
              <a:buFont typeface="+mj-lt"/>
              <a:buAutoNum type="arabicPeriod"/>
            </a:pPr>
            <a:endParaRPr lang="hu-HU" sz="1800" dirty="0"/>
          </a:p>
          <a:p>
            <a:pPr marL="457200" indent="-457200">
              <a:buClr>
                <a:schemeClr val="tx1">
                  <a:lumMod val="95000"/>
                </a:schemeClr>
              </a:buClr>
              <a:buFont typeface="+mj-lt"/>
              <a:buAutoNum type="arabicPeriod"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835888"/>
      </p:ext>
    </p:extLst>
  </p:cSld>
  <p:clrMapOvr>
    <a:masterClrMapping/>
  </p:clrMapOvr>
  <p:transition spd="slow">
    <p:wheel spokes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D68C385-A273-4B84-8E44-32FFD7924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Oldal felépítésé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6510DE7-6380-4E25-A818-DF0FEAB4B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Fő oldal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Termékek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Termék felvitel</a:t>
            </a:r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9D96397-2C34-4B0B-B0DD-68F414BFD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7738" y="2692273"/>
            <a:ext cx="3308596" cy="1591476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B0AE9F64-88CB-4DCC-A04E-D6C3A5CD2A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696" y="1791389"/>
            <a:ext cx="3247658" cy="1582892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FB9928C0-D4F6-4BF8-B39F-8DB1004CC3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965" y="4216442"/>
            <a:ext cx="2984666" cy="164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1032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6B4698-EF27-437A-A635-F4F224FD1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Fő oldal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47D2156-6753-4948-8368-52CAF349F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A  fő menü az oldal megnyitásakor látható lap </a:t>
            </a:r>
            <a:r>
              <a:rPr lang="hu-HU" dirty="0" err="1"/>
              <a:t>ahonan</a:t>
            </a:r>
            <a:r>
              <a:rPr lang="hu-HU" dirty="0"/>
              <a:t> át lehet navigálni a termék oldalára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863E0978-ABC2-4983-97E2-04CD04BEE6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892" y="3150071"/>
            <a:ext cx="7150217" cy="348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890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4CF3857-094F-4485-8678-601DCB471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486585"/>
            <a:ext cx="9404723" cy="1400530"/>
          </a:xfrm>
        </p:spPr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Termékek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FAB12D3-481B-4933-86CD-A28184A1E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termékek oldal megjeleníti az összes felvitt terméket. A termékekre kattintva a termék adatait is meg lehet nézni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FAB12F6-4A0D-4DDD-AC90-98A5949DC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308653"/>
            <a:ext cx="5883460" cy="2830018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C3725BB5-BD08-417F-8866-BE754FD858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772" y="2562225"/>
            <a:ext cx="3303351" cy="357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861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1945C2-C6A1-4754-A145-0A3F00773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Termék fölvitel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047DACD-1ABB-427C-A60A-E8E34A595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termék fölviteli lapon lehet új termékeket felvinni az oldalra adatokat megadva mint: név, gyártó, ár stb…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4CAE50AB-BFB4-49F3-8EF9-60FB3764F2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1" y="3007102"/>
            <a:ext cx="6991350" cy="341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2363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008905E-6B18-44D3-B205-2F2FD13F7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Navigációs sáv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CBE5502-6EC3-4400-9803-21A14D77C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navigációs sávval lehet az oldalak között navigálni és a bejelenkezési fül is itt található</a:t>
            </a:r>
          </a:p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F1665B18-251E-43C2-B5E3-2EEDA54F6D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257300" y="2891118"/>
            <a:ext cx="5000625" cy="860203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B6C0C5A0-9C80-4EA2-9864-2C17E9F772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138" y="4009669"/>
            <a:ext cx="364807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01314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F7C47F7-495C-402C-8856-4D8E115BA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31" y="3124201"/>
            <a:ext cx="9356650" cy="1653180"/>
          </a:xfrm>
        </p:spPr>
        <p:txBody>
          <a:bodyPr>
            <a:normAutofit fontScale="90000"/>
          </a:bodyPr>
          <a:lstStyle/>
          <a:p>
            <a:pPr algn="ctr"/>
            <a:r>
              <a:rPr lang="hu-HU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Köszönjük a figyelmet</a:t>
            </a:r>
          </a:p>
        </p:txBody>
      </p:sp>
    </p:spTree>
    <p:extLst>
      <p:ext uri="{BB962C8B-B14F-4D97-AF65-F5344CB8AC3E}">
        <p14:creationId xmlns:p14="http://schemas.microsoft.com/office/powerpoint/2010/main" val="38533701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146</TotalTime>
  <Words>192</Words>
  <Application>Microsoft Office PowerPoint</Application>
  <PresentationFormat>Szélesvásznú</PresentationFormat>
  <Paragraphs>37</Paragraphs>
  <Slides>11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6" baseType="lpstr">
      <vt:lpstr>Arial</vt:lpstr>
      <vt:lpstr>Century Gothic</vt:lpstr>
      <vt:lpstr>Times New Roman</vt:lpstr>
      <vt:lpstr>Wingdings 3</vt:lpstr>
      <vt:lpstr>Ion</vt:lpstr>
      <vt:lpstr>VideoGShop</vt:lpstr>
      <vt:lpstr>Projekt célja</vt:lpstr>
      <vt:lpstr>Fejlesztési környezet</vt:lpstr>
      <vt:lpstr>Tagok</vt:lpstr>
      <vt:lpstr>A munka folyamat</vt:lpstr>
      <vt:lpstr>Oldal felépítésé</vt:lpstr>
      <vt:lpstr>Fő oldal</vt:lpstr>
      <vt:lpstr>Termékek</vt:lpstr>
      <vt:lpstr>Termék fölvitel</vt:lpstr>
      <vt:lpstr>Navigációs sáv</vt:lpstr>
      <vt:lpstr>Köszönjük a figyelmet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VideoGShop</dc:title>
  <dc:creator>Trefort Diák</dc:creator>
  <cp:lastModifiedBy>Trefort Diák</cp:lastModifiedBy>
  <cp:revision>13</cp:revision>
  <dcterms:created xsi:type="dcterms:W3CDTF">2026-01-28T06:56:50Z</dcterms:created>
  <dcterms:modified xsi:type="dcterms:W3CDTF">2026-04-13T10:55:34Z</dcterms:modified>
</cp:coreProperties>
</file>